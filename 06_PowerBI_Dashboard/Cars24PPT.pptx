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</p:embeddedFont>
    <p:embeddedFont>
      <p:font typeface="Segoe UI Black" panose="020B0A02040204020203" pitchFamily="34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9D45C-022E-43C0-A6BB-18FC2E3C5E49}" v="18" dt="2026-09-14T10:51:19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189" autoAdjust="0"/>
    <p:restoredTop sz="94660"/>
  </p:normalViewPr>
  <p:slideViewPr>
    <p:cSldViewPr snapToGrid="0">
      <p:cViewPr varScale="1">
        <p:scale>
          <a:sx n="54" d="100"/>
          <a:sy n="54" d="100"/>
        </p:scale>
        <p:origin x="67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hetti Rakshitha" userId="71f35e22d7448fb3" providerId="LiveId" clId="{B18971AF-5FA5-4277-977A-D28BFDC112D9}"/>
    <pc:docChg chg="custSel modSld">
      <pc:chgData name="Madishetti Rakshitha" userId="71f35e22d7448fb3" providerId="LiveId" clId="{B18971AF-5FA5-4277-977A-D28BFDC112D9}" dt="2026-09-14T10:51:19.953" v="52"/>
      <pc:docMkLst>
        <pc:docMk/>
      </pc:docMkLst>
      <pc:sldChg chg="addSp delSp modSp mod modTransition delAnim">
        <pc:chgData name="Madishetti Rakshitha" userId="71f35e22d7448fb3" providerId="LiveId" clId="{B18971AF-5FA5-4277-977A-D28BFDC112D9}" dt="2026-09-14T10:51:19.953" v="52"/>
        <pc:sldMkLst>
          <pc:docMk/>
          <pc:sldMk cId="0" sldId="256"/>
        </pc:sldMkLst>
        <pc:picChg chg="add del mod">
          <ac:chgData name="Madishetti Rakshitha" userId="71f35e22d7448fb3" providerId="LiveId" clId="{B18971AF-5FA5-4277-977A-D28BFDC112D9}" dt="2026-09-14T10:03:15.328" v="1" actId="21"/>
          <ac:picMkLst>
            <pc:docMk/>
            <pc:sldMk cId="0" sldId="256"/>
            <ac:picMk id="2" creationId="{7824BA90-C420-AFFE-4C61-D59B9EB90FED}"/>
          </ac:picMkLst>
        </pc:picChg>
        <pc:picChg chg="add del mod">
          <ac:chgData name="Madishetti Rakshitha" userId="71f35e22d7448fb3" providerId="LiveId" clId="{B18971AF-5FA5-4277-977A-D28BFDC112D9}" dt="2026-09-14T10:05:44.482" v="3" actId="21"/>
          <ac:picMkLst>
            <pc:docMk/>
            <pc:sldMk cId="0" sldId="256"/>
            <ac:picMk id="3" creationId="{6894F0D0-4639-B965-9088-964668900508}"/>
          </ac:picMkLst>
        </pc:picChg>
        <pc:picChg chg="add del mod">
          <ac:chgData name="Madishetti Rakshitha" userId="71f35e22d7448fb3" providerId="LiveId" clId="{B18971AF-5FA5-4277-977A-D28BFDC112D9}" dt="2026-09-14T10:07:24.812" v="5" actId="21"/>
          <ac:picMkLst>
            <pc:docMk/>
            <pc:sldMk cId="0" sldId="256"/>
            <ac:picMk id="4" creationId="{8209150E-B3AD-26AD-7BF1-C7F25826B0CF}"/>
          </ac:picMkLst>
        </pc:picChg>
        <pc:picChg chg="add del mod">
          <ac:chgData name="Madishetti Rakshitha" userId="71f35e22d7448fb3" providerId="LiveId" clId="{B18971AF-5FA5-4277-977A-D28BFDC112D9}" dt="2026-09-14T10:10:07.338" v="7" actId="21"/>
          <ac:picMkLst>
            <pc:docMk/>
            <pc:sldMk cId="0" sldId="256"/>
            <ac:picMk id="5" creationId="{FF0CBA3F-47C5-4985-845A-6DE15839118B}"/>
          </ac:picMkLst>
        </pc:picChg>
        <pc:picChg chg="add del mod">
          <ac:chgData name="Madishetti Rakshitha" userId="71f35e22d7448fb3" providerId="LiveId" clId="{B18971AF-5FA5-4277-977A-D28BFDC112D9}" dt="2026-09-14T10:13:14.472" v="9" actId="21"/>
          <ac:picMkLst>
            <pc:docMk/>
            <pc:sldMk cId="0" sldId="256"/>
            <ac:picMk id="6" creationId="{F45FAC6A-F830-5DFF-FEC9-2375CB8CA266}"/>
          </ac:picMkLst>
        </pc:picChg>
        <pc:picChg chg="add del mod">
          <ac:chgData name="Madishetti Rakshitha" userId="71f35e22d7448fb3" providerId="LiveId" clId="{B18971AF-5FA5-4277-977A-D28BFDC112D9}" dt="2026-09-14T10:17:01.095" v="11" actId="21"/>
          <ac:picMkLst>
            <pc:docMk/>
            <pc:sldMk cId="0" sldId="256"/>
            <ac:picMk id="7" creationId="{ABC8EA72-E922-098D-B112-E030AFCD9BA9}"/>
          </ac:picMkLst>
        </pc:picChg>
        <pc:picChg chg="add del mod">
          <ac:chgData name="Madishetti Rakshitha" userId="71f35e22d7448fb3" providerId="LiveId" clId="{B18971AF-5FA5-4277-977A-D28BFDC112D9}" dt="2026-09-14T10:18:12.282" v="13" actId="21"/>
          <ac:picMkLst>
            <pc:docMk/>
            <pc:sldMk cId="0" sldId="256"/>
            <ac:picMk id="8" creationId="{8301D080-B14E-164B-169D-48D74B18BC56}"/>
          </ac:picMkLst>
        </pc:picChg>
        <pc:picChg chg="add del mod">
          <ac:chgData name="Madishetti Rakshitha" userId="71f35e22d7448fb3" providerId="LiveId" clId="{B18971AF-5FA5-4277-977A-D28BFDC112D9}" dt="2026-09-14T10:19:24.039" v="15" actId="21"/>
          <ac:picMkLst>
            <pc:docMk/>
            <pc:sldMk cId="0" sldId="256"/>
            <ac:picMk id="9" creationId="{CDEEB87F-664B-5153-07DF-BD5373FD5AD4}"/>
          </ac:picMkLst>
        </pc:picChg>
        <pc:picChg chg="add del mod">
          <ac:chgData name="Madishetti Rakshitha" userId="71f35e22d7448fb3" providerId="LiveId" clId="{B18971AF-5FA5-4277-977A-D28BFDC112D9}" dt="2026-09-14T10:19:49.583" v="17" actId="21"/>
          <ac:picMkLst>
            <pc:docMk/>
            <pc:sldMk cId="0" sldId="256"/>
            <ac:picMk id="10" creationId="{1300F28E-F56A-4C28-2D92-904B22FE2A1E}"/>
          </ac:picMkLst>
        </pc:picChg>
        <pc:picChg chg="add del mod">
          <ac:chgData name="Madishetti Rakshitha" userId="71f35e22d7448fb3" providerId="LiveId" clId="{B18971AF-5FA5-4277-977A-D28BFDC112D9}" dt="2026-09-14T10:24:12.375" v="27" actId="21"/>
          <ac:picMkLst>
            <pc:docMk/>
            <pc:sldMk cId="0" sldId="256"/>
            <ac:picMk id="11" creationId="{F036DC90-95FA-834C-5779-E945DAE65F42}"/>
          </ac:picMkLst>
        </pc:picChg>
        <pc:picChg chg="add del mod">
          <ac:chgData name="Madishetti Rakshitha" userId="71f35e22d7448fb3" providerId="LiveId" clId="{B18971AF-5FA5-4277-977A-D28BFDC112D9}" dt="2026-09-14T10:24:49.093" v="30" actId="21"/>
          <ac:picMkLst>
            <pc:docMk/>
            <pc:sldMk cId="0" sldId="256"/>
            <ac:picMk id="12" creationId="{D34610E3-A72A-2AB0-77EB-325B2543BE9E}"/>
          </ac:picMkLst>
        </pc:picChg>
        <pc:picChg chg="add del mod">
          <ac:chgData name="Madishetti Rakshitha" userId="71f35e22d7448fb3" providerId="LiveId" clId="{B18971AF-5FA5-4277-977A-D28BFDC112D9}" dt="2026-09-14T10:29:42.933" v="32" actId="21"/>
          <ac:picMkLst>
            <pc:docMk/>
            <pc:sldMk cId="0" sldId="256"/>
            <ac:picMk id="13" creationId="{60057664-7456-7B69-C2A1-8E9D8303D478}"/>
          </ac:picMkLst>
        </pc:picChg>
        <pc:picChg chg="add del mod">
          <ac:chgData name="Madishetti Rakshitha" userId="71f35e22d7448fb3" providerId="LiveId" clId="{B18971AF-5FA5-4277-977A-D28BFDC112D9}" dt="2026-09-14T10:37:27.118" v="45" actId="21"/>
          <ac:picMkLst>
            <pc:docMk/>
            <pc:sldMk cId="0" sldId="256"/>
            <ac:picMk id="14" creationId="{4E4AA525-7237-6C3A-FBD7-7D83393A6E57}"/>
          </ac:picMkLst>
        </pc:picChg>
        <pc:picChg chg="add del mod">
          <ac:chgData name="Madishetti Rakshitha" userId="71f35e22d7448fb3" providerId="LiveId" clId="{B18971AF-5FA5-4277-977A-D28BFDC112D9}" dt="2026-09-14T10:38:26.004" v="47" actId="21"/>
          <ac:picMkLst>
            <pc:docMk/>
            <pc:sldMk cId="0" sldId="256"/>
            <ac:picMk id="15" creationId="{37F38D63-34DC-7CEF-E13C-0F54C10747F1}"/>
          </ac:picMkLst>
        </pc:picChg>
        <pc:picChg chg="add del mod">
          <ac:chgData name="Madishetti Rakshitha" userId="71f35e22d7448fb3" providerId="LiveId" clId="{B18971AF-5FA5-4277-977A-D28BFDC112D9}" dt="2026-09-14T10:41:05.986" v="49" actId="21"/>
          <ac:picMkLst>
            <pc:docMk/>
            <pc:sldMk cId="0" sldId="256"/>
            <ac:picMk id="16" creationId="{980A3CC0-88FE-0E11-3656-27D2904F0B3C}"/>
          </ac:picMkLst>
        </pc:picChg>
        <pc:picChg chg="add del mod">
          <ac:chgData name="Madishetti Rakshitha" userId="71f35e22d7448fb3" providerId="LiveId" clId="{B18971AF-5FA5-4277-977A-D28BFDC112D9}" dt="2026-09-14T10:46:54.484" v="51" actId="21"/>
          <ac:picMkLst>
            <pc:docMk/>
            <pc:sldMk cId="0" sldId="256"/>
            <ac:picMk id="17" creationId="{0C715EC5-BCFC-D926-A361-841DAC0CB1A5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56"/>
            <ac:picMk id="18" creationId="{84385FA5-9346-E3A4-D3AB-3011CFBCBA4C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57"/>
        </pc:sldMkLst>
        <pc:picChg chg="add del mod">
          <ac:chgData name="Madishetti Rakshitha" userId="71f35e22d7448fb3" providerId="LiveId" clId="{B18971AF-5FA5-4277-977A-D28BFDC112D9}" dt="2026-09-14T10:07:18.413" v="4"/>
          <ac:picMkLst>
            <pc:docMk/>
            <pc:sldMk cId="0" sldId="257"/>
            <ac:picMk id="2" creationId="{A34998A1-9296-64B9-A5F5-D58D60CBF03B}"/>
          </ac:picMkLst>
        </pc:picChg>
        <pc:picChg chg="add del mod">
          <ac:chgData name="Madishetti Rakshitha" userId="71f35e22d7448fb3" providerId="LiveId" clId="{B18971AF-5FA5-4277-977A-D28BFDC112D9}" dt="2026-09-14T10:09:26.406" v="6"/>
          <ac:picMkLst>
            <pc:docMk/>
            <pc:sldMk cId="0" sldId="257"/>
            <ac:picMk id="3" creationId="{A144C882-2CDA-135A-7C6C-87A23B0A2BAF}"/>
          </ac:picMkLst>
        </pc:picChg>
        <pc:picChg chg="add del mod">
          <ac:chgData name="Madishetti Rakshitha" userId="71f35e22d7448fb3" providerId="LiveId" clId="{B18971AF-5FA5-4277-977A-D28BFDC112D9}" dt="2026-09-14T10:13:06.122" v="8"/>
          <ac:picMkLst>
            <pc:docMk/>
            <pc:sldMk cId="0" sldId="257"/>
            <ac:picMk id="4" creationId="{057A3966-1601-F226-B469-BA5F08B4D86B}"/>
          </ac:picMkLst>
        </pc:picChg>
        <pc:picChg chg="add del mod">
          <ac:chgData name="Madishetti Rakshitha" userId="71f35e22d7448fb3" providerId="LiveId" clId="{B18971AF-5FA5-4277-977A-D28BFDC112D9}" dt="2026-09-14T10:16:56.703" v="10"/>
          <ac:picMkLst>
            <pc:docMk/>
            <pc:sldMk cId="0" sldId="257"/>
            <ac:picMk id="5" creationId="{55085944-5674-5461-2371-E4968B09C639}"/>
          </ac:picMkLst>
        </pc:picChg>
        <pc:picChg chg="add del mod">
          <ac:chgData name="Madishetti Rakshitha" userId="71f35e22d7448fb3" providerId="LiveId" clId="{B18971AF-5FA5-4277-977A-D28BFDC112D9}" dt="2026-09-14T10:18:08.073" v="12"/>
          <ac:picMkLst>
            <pc:docMk/>
            <pc:sldMk cId="0" sldId="257"/>
            <ac:picMk id="6" creationId="{A797D490-B4DF-4DE6-BC07-CC698C93755E}"/>
          </ac:picMkLst>
        </pc:picChg>
        <pc:picChg chg="add del mod">
          <ac:chgData name="Madishetti Rakshitha" userId="71f35e22d7448fb3" providerId="LiveId" clId="{B18971AF-5FA5-4277-977A-D28BFDC112D9}" dt="2026-09-14T10:19:20.010" v="14"/>
          <ac:picMkLst>
            <pc:docMk/>
            <pc:sldMk cId="0" sldId="257"/>
            <ac:picMk id="7" creationId="{57CAA734-135D-6162-D010-22377705E650}"/>
          </ac:picMkLst>
        </pc:picChg>
        <pc:picChg chg="add del mod">
          <ac:chgData name="Madishetti Rakshitha" userId="71f35e22d7448fb3" providerId="LiveId" clId="{B18971AF-5FA5-4277-977A-D28BFDC112D9}" dt="2026-09-14T10:20:04.102" v="19" actId="21"/>
          <ac:picMkLst>
            <pc:docMk/>
            <pc:sldMk cId="0" sldId="257"/>
            <ac:picMk id="8" creationId="{D72A8099-8D7B-969A-1B3E-C53B84BAF394}"/>
          </ac:picMkLst>
        </pc:picChg>
        <pc:picChg chg="add del mod">
          <ac:chgData name="Madishetti Rakshitha" userId="71f35e22d7448fb3" providerId="LiveId" clId="{B18971AF-5FA5-4277-977A-D28BFDC112D9}" dt="2026-09-14T10:24:43.373" v="29"/>
          <ac:picMkLst>
            <pc:docMk/>
            <pc:sldMk cId="0" sldId="257"/>
            <ac:picMk id="9" creationId="{85DECB9D-F923-2DAE-7583-02E6DB54FF47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57"/>
            <ac:picMk id="10" creationId="{98F1587F-4351-5BF5-801B-2E5046E996B3}"/>
          </ac:picMkLst>
        </pc:picChg>
        <pc:picChg chg="add del mod">
          <ac:chgData name="Madishetti Rakshitha" userId="71f35e22d7448fb3" providerId="LiveId" clId="{B18971AF-5FA5-4277-977A-D28BFDC112D9}" dt="2026-09-14T10:29:50.851" v="33" actId="21"/>
          <ac:picMkLst>
            <pc:docMk/>
            <pc:sldMk cId="0" sldId="257"/>
            <ac:picMk id="11" creationId="{5C289613-D2AE-AE69-0172-15D5F88814A2}"/>
          </ac:picMkLst>
        </pc:picChg>
        <pc:picChg chg="add del mod">
          <ac:chgData name="Madishetti Rakshitha" userId="71f35e22d7448fb3" providerId="LiveId" clId="{B18971AF-5FA5-4277-977A-D28BFDC112D9}" dt="2026-09-14T10:40:58.336" v="48"/>
          <ac:picMkLst>
            <pc:docMk/>
            <pc:sldMk cId="0" sldId="257"/>
            <ac:picMk id="12" creationId="{8957DFC8-C498-5F71-1009-9CBEE4E71ED8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57"/>
            <ac:picMk id="13" creationId="{9CEF68FF-17B3-B455-781C-1AC8DA4435C3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57"/>
            <ac:picMk id="14" creationId="{40BB9B41-04C3-C132-202B-432BB73C29E8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57"/>
            <ac:picMk id="15" creationId="{DC2B78DF-E7F5-359D-D3CB-5FD0181A53F6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58"/>
        </pc:sldMkLst>
        <pc:picChg chg="add del mod">
          <ac:chgData name="Madishetti Rakshitha" userId="71f35e22d7448fb3" providerId="LiveId" clId="{B18971AF-5FA5-4277-977A-D28BFDC112D9}" dt="2026-09-14T10:07:18.413" v="4"/>
          <ac:picMkLst>
            <pc:docMk/>
            <pc:sldMk cId="0" sldId="258"/>
            <ac:picMk id="2" creationId="{69E0F79E-FAD3-352B-26DD-10962E75599C}"/>
          </ac:picMkLst>
        </pc:picChg>
        <pc:picChg chg="add del mod">
          <ac:chgData name="Madishetti Rakshitha" userId="71f35e22d7448fb3" providerId="LiveId" clId="{B18971AF-5FA5-4277-977A-D28BFDC112D9}" dt="2026-09-14T10:09:26.406" v="6"/>
          <ac:picMkLst>
            <pc:docMk/>
            <pc:sldMk cId="0" sldId="258"/>
            <ac:picMk id="3" creationId="{ACF79830-321A-9C97-6639-49F4A3E3029E}"/>
          </ac:picMkLst>
        </pc:picChg>
        <pc:picChg chg="add del mod">
          <ac:chgData name="Madishetti Rakshitha" userId="71f35e22d7448fb3" providerId="LiveId" clId="{B18971AF-5FA5-4277-977A-D28BFDC112D9}" dt="2026-09-14T10:13:06.122" v="8"/>
          <ac:picMkLst>
            <pc:docMk/>
            <pc:sldMk cId="0" sldId="258"/>
            <ac:picMk id="4" creationId="{507EC4FB-5BE6-1B48-190A-F9BB7AA6A569}"/>
          </ac:picMkLst>
        </pc:picChg>
        <pc:picChg chg="add del mod">
          <ac:chgData name="Madishetti Rakshitha" userId="71f35e22d7448fb3" providerId="LiveId" clId="{B18971AF-5FA5-4277-977A-D28BFDC112D9}" dt="2026-09-14T10:16:56.703" v="10"/>
          <ac:picMkLst>
            <pc:docMk/>
            <pc:sldMk cId="0" sldId="258"/>
            <ac:picMk id="5" creationId="{055DA437-BDF7-41F5-C667-E1037403415F}"/>
          </ac:picMkLst>
        </pc:picChg>
        <pc:picChg chg="add del mod">
          <ac:chgData name="Madishetti Rakshitha" userId="71f35e22d7448fb3" providerId="LiveId" clId="{B18971AF-5FA5-4277-977A-D28BFDC112D9}" dt="2026-09-14T10:18:08.073" v="12"/>
          <ac:picMkLst>
            <pc:docMk/>
            <pc:sldMk cId="0" sldId="258"/>
            <ac:picMk id="6" creationId="{37174273-4856-5CE3-8600-30AD751EFF91}"/>
          </ac:picMkLst>
        </pc:picChg>
        <pc:picChg chg="add del mod">
          <ac:chgData name="Madishetti Rakshitha" userId="71f35e22d7448fb3" providerId="LiveId" clId="{B18971AF-5FA5-4277-977A-D28BFDC112D9}" dt="2026-09-14T10:19:20.010" v="14"/>
          <ac:picMkLst>
            <pc:docMk/>
            <pc:sldMk cId="0" sldId="258"/>
            <ac:picMk id="7" creationId="{CD295A40-A00C-908E-0332-40F1AD520C45}"/>
          </ac:picMkLst>
        </pc:picChg>
        <pc:picChg chg="add del mod">
          <ac:chgData name="Madishetti Rakshitha" userId="71f35e22d7448fb3" providerId="LiveId" clId="{B18971AF-5FA5-4277-977A-D28BFDC112D9}" dt="2026-09-14T10:19:58.457" v="18" actId="21"/>
          <ac:picMkLst>
            <pc:docMk/>
            <pc:sldMk cId="0" sldId="258"/>
            <ac:picMk id="8" creationId="{9A91318E-94DA-2E0D-B5EC-4DE77845790B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58"/>
            <ac:picMk id="9" creationId="{B61497EE-2198-E000-DF53-83B7D10DC12C}"/>
          </ac:picMkLst>
        </pc:picChg>
        <pc:picChg chg="add del mod">
          <ac:chgData name="Madishetti Rakshitha" userId="71f35e22d7448fb3" providerId="LiveId" clId="{B18971AF-5FA5-4277-977A-D28BFDC112D9}" dt="2026-09-14T10:29:58.827" v="34" actId="21"/>
          <ac:picMkLst>
            <pc:docMk/>
            <pc:sldMk cId="0" sldId="258"/>
            <ac:picMk id="10" creationId="{FA3A5A41-7A64-C6AF-2FAF-E5545050AD32}"/>
          </ac:picMkLst>
        </pc:picChg>
        <pc:picChg chg="add del mod">
          <ac:chgData name="Madishetti Rakshitha" userId="71f35e22d7448fb3" providerId="LiveId" clId="{B18971AF-5FA5-4277-977A-D28BFDC112D9}" dt="2026-09-14T10:40:58.336" v="48"/>
          <ac:picMkLst>
            <pc:docMk/>
            <pc:sldMk cId="0" sldId="258"/>
            <ac:picMk id="11" creationId="{E299639E-B96F-AD4C-9726-5E06617A49C5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58"/>
            <ac:picMk id="12" creationId="{BBBDC858-9F94-6DD5-643E-CDF033BC33C4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58"/>
            <ac:picMk id="13" creationId="{C7389C41-DFC1-DCB2-761B-F803BCB0CEC8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58"/>
            <ac:picMk id="14" creationId="{356E2FA4-4C90-3219-265A-E4447E475A13}"/>
          </ac:picMkLst>
        </pc:picChg>
      </pc:sldChg>
      <pc:sldChg chg="addSp delSp modSp">
        <pc:chgData name="Madishetti Rakshitha" userId="71f35e22d7448fb3" providerId="LiveId" clId="{B18971AF-5FA5-4277-977A-D28BFDC112D9}" dt="2026-09-14T10:51:19.953" v="52"/>
        <pc:sldMkLst>
          <pc:docMk/>
          <pc:sldMk cId="0" sldId="259"/>
        </pc:sldMkLst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59"/>
            <ac:picMk id="2" creationId="{0C44392E-29CA-A552-7D12-B7F206DA8838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59"/>
            <ac:picMk id="3" creationId="{6E6AE5DF-7EAE-C0EE-4EC2-E44BE24896BA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0"/>
        </pc:sldMkLst>
        <pc:picChg chg="add del mod">
          <ac:chgData name="Madishetti Rakshitha" userId="71f35e22d7448fb3" providerId="LiveId" clId="{B18971AF-5FA5-4277-977A-D28BFDC112D9}" dt="2026-09-14T10:09:26.406" v="6"/>
          <ac:picMkLst>
            <pc:docMk/>
            <pc:sldMk cId="0" sldId="260"/>
            <ac:picMk id="2" creationId="{9F6FAAD4-B847-B94A-97D9-A6377900A463}"/>
          </ac:picMkLst>
        </pc:picChg>
        <pc:picChg chg="add del mod">
          <ac:chgData name="Madishetti Rakshitha" userId="71f35e22d7448fb3" providerId="LiveId" clId="{B18971AF-5FA5-4277-977A-D28BFDC112D9}" dt="2026-09-14T10:13:06.122" v="8"/>
          <ac:picMkLst>
            <pc:docMk/>
            <pc:sldMk cId="0" sldId="260"/>
            <ac:picMk id="3" creationId="{0D65FA5B-2CE9-FDD2-4F9E-109B575E31A8}"/>
          </ac:picMkLst>
        </pc:picChg>
        <pc:picChg chg="add del mod">
          <ac:chgData name="Madishetti Rakshitha" userId="71f35e22d7448fb3" providerId="LiveId" clId="{B18971AF-5FA5-4277-977A-D28BFDC112D9}" dt="2026-09-14T10:18:08.073" v="12"/>
          <ac:picMkLst>
            <pc:docMk/>
            <pc:sldMk cId="0" sldId="260"/>
            <ac:picMk id="4" creationId="{E34348F9-5959-119F-4C94-6EBFE24C7A65}"/>
          </ac:picMkLst>
        </pc:picChg>
        <pc:picChg chg="add del mod">
          <ac:chgData name="Madishetti Rakshitha" userId="71f35e22d7448fb3" providerId="LiveId" clId="{B18971AF-5FA5-4277-977A-D28BFDC112D9}" dt="2026-09-14T10:19:20.010" v="14"/>
          <ac:picMkLst>
            <pc:docMk/>
            <pc:sldMk cId="0" sldId="260"/>
            <ac:picMk id="5" creationId="{5814737E-25F1-C5F2-0B75-BC452D5E5B04}"/>
          </ac:picMkLst>
        </pc:picChg>
        <pc:picChg chg="add del mod">
          <ac:chgData name="Madishetti Rakshitha" userId="71f35e22d7448fb3" providerId="LiveId" clId="{B18971AF-5FA5-4277-977A-D28BFDC112D9}" dt="2026-09-14T10:20:09.112" v="20" actId="21"/>
          <ac:picMkLst>
            <pc:docMk/>
            <pc:sldMk cId="0" sldId="260"/>
            <ac:picMk id="6" creationId="{4AD2A279-9161-ABF2-773C-B703F332F21F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0"/>
            <ac:picMk id="9" creationId="{8DB950C4-B714-3E17-DCFC-B7CEF9FF09C9}"/>
          </ac:picMkLst>
        </pc:picChg>
        <pc:picChg chg="add del mod">
          <ac:chgData name="Madishetti Rakshitha" userId="71f35e22d7448fb3" providerId="LiveId" clId="{B18971AF-5FA5-4277-977A-D28BFDC112D9}" dt="2026-09-14T10:30:05.923" v="35" actId="21"/>
          <ac:picMkLst>
            <pc:docMk/>
            <pc:sldMk cId="0" sldId="260"/>
            <ac:picMk id="10" creationId="{533669C6-93BF-B09A-35E3-2FB52A89537F}"/>
          </ac:picMkLst>
        </pc:picChg>
        <pc:picChg chg="add del mod">
          <ac:chgData name="Madishetti Rakshitha" userId="71f35e22d7448fb3" providerId="LiveId" clId="{B18971AF-5FA5-4277-977A-D28BFDC112D9}" dt="2026-09-14T10:40:58.336" v="48"/>
          <ac:picMkLst>
            <pc:docMk/>
            <pc:sldMk cId="0" sldId="260"/>
            <ac:picMk id="11" creationId="{1C345EC2-D393-A3BB-4F48-A9E8BF72E11C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0"/>
            <ac:picMk id="12" creationId="{AA32794C-2648-2BBF-D7FF-FFEF91029D4D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0"/>
            <ac:picMk id="13" creationId="{DE55C690-2EB4-A8D5-16A8-B26CCBD1FCD8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0"/>
            <ac:picMk id="14" creationId="{690B44E1-242C-3ACC-6A1B-48D4BF368093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1"/>
        </pc:sldMkLst>
        <pc:picChg chg="add del mod">
          <ac:chgData name="Madishetti Rakshitha" userId="71f35e22d7448fb3" providerId="LiveId" clId="{B18971AF-5FA5-4277-977A-D28BFDC112D9}" dt="2026-09-14T10:09:26.406" v="6"/>
          <ac:picMkLst>
            <pc:docMk/>
            <pc:sldMk cId="0" sldId="261"/>
            <ac:picMk id="2" creationId="{915FBAFD-6DE6-565A-6B8A-47385FDA6E90}"/>
          </ac:picMkLst>
        </pc:picChg>
        <pc:picChg chg="add del mod">
          <ac:chgData name="Madishetti Rakshitha" userId="71f35e22d7448fb3" providerId="LiveId" clId="{B18971AF-5FA5-4277-977A-D28BFDC112D9}" dt="2026-09-14T10:13:06.122" v="8"/>
          <ac:picMkLst>
            <pc:docMk/>
            <pc:sldMk cId="0" sldId="261"/>
            <ac:picMk id="3" creationId="{C394F0A4-F78D-B38A-86EE-6F129855B45E}"/>
          </ac:picMkLst>
        </pc:picChg>
        <pc:picChg chg="add del mod">
          <ac:chgData name="Madishetti Rakshitha" userId="71f35e22d7448fb3" providerId="LiveId" clId="{B18971AF-5FA5-4277-977A-D28BFDC112D9}" dt="2026-09-14T10:18:08.073" v="12"/>
          <ac:picMkLst>
            <pc:docMk/>
            <pc:sldMk cId="0" sldId="261"/>
            <ac:picMk id="4" creationId="{1FC9F0AB-21BF-4411-57E1-F000929C75E9}"/>
          </ac:picMkLst>
        </pc:picChg>
        <pc:picChg chg="add del mod">
          <ac:chgData name="Madishetti Rakshitha" userId="71f35e22d7448fb3" providerId="LiveId" clId="{B18971AF-5FA5-4277-977A-D28BFDC112D9}" dt="2026-09-14T10:20:54.957" v="25" actId="21"/>
          <ac:picMkLst>
            <pc:docMk/>
            <pc:sldMk cId="0" sldId="261"/>
            <ac:picMk id="5" creationId="{425831D0-70FF-EF45-7ECA-E416F7DCDDA4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1"/>
            <ac:picMk id="6" creationId="{A9F2A791-27C7-4F84-B6C3-471349CFBE39}"/>
          </ac:picMkLst>
        </pc:picChg>
        <pc:picChg chg="add del mod">
          <ac:chgData name="Madishetti Rakshitha" userId="71f35e22d7448fb3" providerId="LiveId" clId="{B18971AF-5FA5-4277-977A-D28BFDC112D9}" dt="2026-09-14T10:30:12.513" v="36" actId="21"/>
          <ac:picMkLst>
            <pc:docMk/>
            <pc:sldMk cId="0" sldId="261"/>
            <ac:picMk id="9" creationId="{5DE3DDD1-DD23-1438-9D17-A23B6DBC1A9A}"/>
          </ac:picMkLst>
        </pc:picChg>
        <pc:picChg chg="add del mod">
          <ac:chgData name="Madishetti Rakshitha" userId="71f35e22d7448fb3" providerId="LiveId" clId="{B18971AF-5FA5-4277-977A-D28BFDC112D9}" dt="2026-09-14T10:40:58.336" v="48"/>
          <ac:picMkLst>
            <pc:docMk/>
            <pc:sldMk cId="0" sldId="261"/>
            <ac:picMk id="10" creationId="{A6D5C869-45AC-E5FC-4566-23D3EEDAE597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1"/>
            <ac:picMk id="11" creationId="{A67AE628-3B8D-90BD-5DCF-B7899E47A403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1"/>
            <ac:picMk id="12" creationId="{4552DA0B-2719-A79F-7507-04FEBC882919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1"/>
            <ac:picMk id="13" creationId="{87BC491A-E295-8A08-BCD5-D54AF6546CC1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2"/>
        </pc:sldMkLst>
        <pc:picChg chg="add del mod">
          <ac:chgData name="Madishetti Rakshitha" userId="71f35e22d7448fb3" providerId="LiveId" clId="{B18971AF-5FA5-4277-977A-D28BFDC112D9}" dt="2026-09-14T10:09:26.406" v="6"/>
          <ac:picMkLst>
            <pc:docMk/>
            <pc:sldMk cId="0" sldId="262"/>
            <ac:picMk id="2" creationId="{0FB22519-5AE1-F3B5-3949-3BF81E47BCA0}"/>
          </ac:picMkLst>
        </pc:picChg>
        <pc:picChg chg="add del mod">
          <ac:chgData name="Madishetti Rakshitha" userId="71f35e22d7448fb3" providerId="LiveId" clId="{B18971AF-5FA5-4277-977A-D28BFDC112D9}" dt="2026-09-14T10:13:06.122" v="8"/>
          <ac:picMkLst>
            <pc:docMk/>
            <pc:sldMk cId="0" sldId="262"/>
            <ac:picMk id="3" creationId="{B023963E-361E-027E-C75D-E1E8E0190E47}"/>
          </ac:picMkLst>
        </pc:picChg>
        <pc:picChg chg="add del mod">
          <ac:chgData name="Madishetti Rakshitha" userId="71f35e22d7448fb3" providerId="LiveId" clId="{B18971AF-5FA5-4277-977A-D28BFDC112D9}" dt="2026-09-14T10:20:27.876" v="22" actId="21"/>
          <ac:picMkLst>
            <pc:docMk/>
            <pc:sldMk cId="0" sldId="262"/>
            <ac:picMk id="4" creationId="{84300996-A21B-31C4-5480-FCAB20F13D2C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2"/>
            <ac:picMk id="5" creationId="{DE2F50FD-F9A4-AD39-5BF1-70829F63BB1A}"/>
          </ac:picMkLst>
        </pc:picChg>
        <pc:picChg chg="add del mod">
          <ac:chgData name="Madishetti Rakshitha" userId="71f35e22d7448fb3" providerId="LiveId" clId="{B18971AF-5FA5-4277-977A-D28BFDC112D9}" dt="2026-09-14T10:30:18.821" v="37" actId="21"/>
          <ac:picMkLst>
            <pc:docMk/>
            <pc:sldMk cId="0" sldId="262"/>
            <ac:picMk id="6" creationId="{3AC8783D-27DD-E062-0B88-22D910FB06E9}"/>
          </ac:picMkLst>
        </pc:picChg>
        <pc:picChg chg="add del mod">
          <ac:chgData name="Madishetti Rakshitha" userId="71f35e22d7448fb3" providerId="LiveId" clId="{B18971AF-5FA5-4277-977A-D28BFDC112D9}" dt="2026-09-14T10:40:58.336" v="48"/>
          <ac:picMkLst>
            <pc:docMk/>
            <pc:sldMk cId="0" sldId="262"/>
            <ac:picMk id="9" creationId="{191DFC4F-7F1C-87F8-618F-91DD11AE8390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2"/>
            <ac:picMk id="10" creationId="{5A19C77A-E890-14C6-C889-05AD050C3574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2"/>
            <ac:picMk id="11" creationId="{42924A95-6145-076A-02CC-E2B12B641195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2"/>
            <ac:picMk id="12" creationId="{AAAE472D-8FD7-2ABF-4411-2C0454E74DBF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3"/>
        </pc:sldMkLst>
        <pc:picChg chg="add del mod">
          <ac:chgData name="Madishetti Rakshitha" userId="71f35e22d7448fb3" providerId="LiveId" clId="{B18971AF-5FA5-4277-977A-D28BFDC112D9}" dt="2026-09-14T10:13:06.122" v="8"/>
          <ac:picMkLst>
            <pc:docMk/>
            <pc:sldMk cId="0" sldId="263"/>
            <ac:picMk id="2" creationId="{AF552CD5-1680-6B43-AA0E-7ECFEEEA1881}"/>
          </ac:picMkLst>
        </pc:picChg>
        <pc:picChg chg="add del mod">
          <ac:chgData name="Madishetti Rakshitha" userId="71f35e22d7448fb3" providerId="LiveId" clId="{B18971AF-5FA5-4277-977A-D28BFDC112D9}" dt="2026-09-14T10:20:22.628" v="21" actId="21"/>
          <ac:picMkLst>
            <pc:docMk/>
            <pc:sldMk cId="0" sldId="263"/>
            <ac:picMk id="3" creationId="{5075F994-A0E6-FDC2-530A-D20D64A0C495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3"/>
            <ac:picMk id="4" creationId="{E14D74BA-2B03-0040-69EA-C892887A73A5}"/>
          </ac:picMkLst>
        </pc:picChg>
        <pc:picChg chg="add del mod">
          <ac:chgData name="Madishetti Rakshitha" userId="71f35e22d7448fb3" providerId="LiveId" clId="{B18971AF-5FA5-4277-977A-D28BFDC112D9}" dt="2026-09-14T10:30:23.316" v="38" actId="21"/>
          <ac:picMkLst>
            <pc:docMk/>
            <pc:sldMk cId="0" sldId="263"/>
            <ac:picMk id="5" creationId="{B0865A9C-010D-6982-F5BC-420E7F0BC843}"/>
          </ac:picMkLst>
        </pc:picChg>
        <pc:picChg chg="add del mod">
          <ac:chgData name="Madishetti Rakshitha" userId="71f35e22d7448fb3" providerId="LiveId" clId="{B18971AF-5FA5-4277-977A-D28BFDC112D9}" dt="2026-09-14T10:40:58.336" v="48"/>
          <ac:picMkLst>
            <pc:docMk/>
            <pc:sldMk cId="0" sldId="263"/>
            <ac:picMk id="6" creationId="{66EE0D35-C1AC-AA91-4125-28DAE178C39F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3"/>
            <ac:picMk id="16" creationId="{11AFC6D3-F9D6-0A19-461B-C3AAEACFB546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3"/>
            <ac:picMk id="17" creationId="{129138B4-4327-234D-2A8A-E39908B97011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3"/>
            <ac:picMk id="18" creationId="{4A525C05-AC0F-D35F-3AF0-B598830C741C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5"/>
        </pc:sldMkLst>
        <pc:picChg chg="add del mod">
          <ac:chgData name="Madishetti Rakshitha" userId="71f35e22d7448fb3" providerId="LiveId" clId="{B18971AF-5FA5-4277-977A-D28BFDC112D9}" dt="2026-09-14T10:20:34.551" v="23" actId="21"/>
          <ac:picMkLst>
            <pc:docMk/>
            <pc:sldMk cId="0" sldId="265"/>
            <ac:picMk id="2" creationId="{B3F4FC2C-AFCA-A374-0B6A-3FE98EE2C613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5"/>
            <ac:picMk id="3" creationId="{3D20A709-88D8-3745-AD67-3A815FD83746}"/>
          </ac:picMkLst>
        </pc:picChg>
        <pc:picChg chg="add del mod">
          <ac:chgData name="Madishetti Rakshitha" userId="71f35e22d7448fb3" providerId="LiveId" clId="{B18971AF-5FA5-4277-977A-D28BFDC112D9}" dt="2026-09-14T10:30:29.580" v="39" actId="21"/>
          <ac:picMkLst>
            <pc:docMk/>
            <pc:sldMk cId="0" sldId="265"/>
            <ac:picMk id="4" creationId="{78AC1A89-3DB2-87D6-5B02-86772BE3BE55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5"/>
            <ac:picMk id="5" creationId="{0BBA5BF1-A98A-9212-7BA3-96BF838CBFCB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5"/>
            <ac:picMk id="6" creationId="{BEF33EB3-8C30-B0DE-F7D7-E5C88957E613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5"/>
            <ac:picMk id="9" creationId="{913DF96E-211B-866E-0D12-B9AAC6A3CCE2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6"/>
        </pc:sldMkLst>
        <pc:picChg chg="add del mod">
          <ac:chgData name="Madishetti Rakshitha" userId="71f35e22d7448fb3" providerId="LiveId" clId="{B18971AF-5FA5-4277-977A-D28BFDC112D9}" dt="2026-09-14T10:20:43.133" v="24" actId="21"/>
          <ac:picMkLst>
            <pc:docMk/>
            <pc:sldMk cId="0" sldId="266"/>
            <ac:picMk id="2" creationId="{6AF3FFF6-4BB9-1AC9-1822-E84A5CEF57F9}"/>
          </ac:picMkLst>
        </pc:picChg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6"/>
            <ac:picMk id="3" creationId="{F35F35B1-58CB-FBB6-8BC3-9BEDC3C81DFF}"/>
          </ac:picMkLst>
        </pc:picChg>
        <pc:picChg chg="add del mod">
          <ac:chgData name="Madishetti Rakshitha" userId="71f35e22d7448fb3" providerId="LiveId" clId="{B18971AF-5FA5-4277-977A-D28BFDC112D9}" dt="2026-09-14T10:30:34.927" v="40" actId="21"/>
          <ac:picMkLst>
            <pc:docMk/>
            <pc:sldMk cId="0" sldId="266"/>
            <ac:picMk id="4" creationId="{0B449139-6E80-A6B2-86F8-3C8040CE5150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6"/>
            <ac:picMk id="5" creationId="{2BFD4950-5AEB-14B5-FE1F-C6F6BDC610DD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6"/>
            <ac:picMk id="6" creationId="{DCAB51AE-0527-BB5B-E8EA-C04F322D88C4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6"/>
            <ac:picMk id="10" creationId="{14BB9083-8D24-C56D-ECD2-E890F275CF68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67"/>
        </pc:sldMkLst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7"/>
            <ac:picMk id="2" creationId="{6A1AADE2-F5D1-BF39-B242-AC5E37CD9D19}"/>
          </ac:picMkLst>
        </pc:picChg>
        <pc:picChg chg="add del mod">
          <ac:chgData name="Madishetti Rakshitha" userId="71f35e22d7448fb3" providerId="LiveId" clId="{B18971AF-5FA5-4277-977A-D28BFDC112D9}" dt="2026-09-14T10:30:41.188" v="41" actId="21"/>
          <ac:picMkLst>
            <pc:docMk/>
            <pc:sldMk cId="0" sldId="267"/>
            <ac:picMk id="3" creationId="{88DB4F43-2C5E-7B2F-1638-06DF460E47B9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7"/>
            <ac:picMk id="4" creationId="{8298C76B-386D-C502-DFD8-64B196207995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7"/>
            <ac:picMk id="5" creationId="{3A94398B-10C3-DFBF-51A2-1A3F2EF714A1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7"/>
            <ac:picMk id="6" creationId="{DC8C936A-95A9-CAF6-A359-C7A2907D1784}"/>
          </ac:picMkLst>
        </pc:picChg>
      </pc:sldChg>
      <pc:sldChg chg="addSp delSp modSp">
        <pc:chgData name="Madishetti Rakshitha" userId="71f35e22d7448fb3" providerId="LiveId" clId="{B18971AF-5FA5-4277-977A-D28BFDC112D9}" dt="2026-09-14T10:51:19.953" v="52"/>
        <pc:sldMkLst>
          <pc:docMk/>
          <pc:sldMk cId="0" sldId="268"/>
        </pc:sldMkLst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8"/>
            <ac:picMk id="2" creationId="{88A3B2D7-3D51-37AD-CBE3-7BDCF681EB52}"/>
          </ac:picMkLst>
        </pc:picChg>
        <pc:picChg chg="add del mod">
          <ac:chgData name="Madishetti Rakshitha" userId="71f35e22d7448fb3" providerId="LiveId" clId="{B18971AF-5FA5-4277-977A-D28BFDC112D9}" dt="2026-09-14T10:37:07.328" v="44"/>
          <ac:picMkLst>
            <pc:docMk/>
            <pc:sldMk cId="0" sldId="268"/>
            <ac:picMk id="3" creationId="{C500B7B1-CAF4-FEB0-C7DE-99A4EC6862C4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8"/>
            <ac:picMk id="4" creationId="{DE0A1C28-FF05-CB4C-BBF8-FC9B84E878E2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8"/>
            <ac:picMk id="5" creationId="{A79C1EB2-A75C-7C25-9FB6-563EF6262134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8"/>
            <ac:picMk id="6" creationId="{873E1584-66A1-939D-8527-62FE3CD96576}"/>
          </ac:picMkLst>
        </pc:picChg>
      </pc:sldChg>
      <pc:sldChg chg="addSp delSp modSp">
        <pc:chgData name="Madishetti Rakshitha" userId="71f35e22d7448fb3" providerId="LiveId" clId="{B18971AF-5FA5-4277-977A-D28BFDC112D9}" dt="2026-09-14T10:51:19.953" v="52"/>
        <pc:sldMkLst>
          <pc:docMk/>
          <pc:sldMk cId="0" sldId="269"/>
        </pc:sldMkLst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69"/>
            <ac:picMk id="2" creationId="{F2BCE30D-FCEE-CA1F-0C8A-7B5A2147CFB6}"/>
          </ac:picMkLst>
        </pc:picChg>
        <pc:picChg chg="add del mod">
          <ac:chgData name="Madishetti Rakshitha" userId="71f35e22d7448fb3" providerId="LiveId" clId="{B18971AF-5FA5-4277-977A-D28BFDC112D9}" dt="2026-09-14T10:37:07.328" v="44"/>
          <ac:picMkLst>
            <pc:docMk/>
            <pc:sldMk cId="0" sldId="269"/>
            <ac:picMk id="3" creationId="{C4FE23DB-B920-01A8-C00A-76F963292437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69"/>
            <ac:picMk id="4" creationId="{05ECF45D-0EE9-A870-BF26-350684CF87FF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69"/>
            <ac:picMk id="5" creationId="{7BEEE2AD-B108-7760-7AF0-98838EE5190C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69"/>
            <ac:picMk id="6" creationId="{18C43F90-C84D-2F0A-EDFB-D4A1D0761870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70"/>
        </pc:sldMkLst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70"/>
            <ac:picMk id="2" creationId="{6596E409-B1D7-A343-73CD-687532BE7D7D}"/>
          </ac:picMkLst>
        </pc:picChg>
        <pc:picChg chg="add del mod">
          <ac:chgData name="Madishetti Rakshitha" userId="71f35e22d7448fb3" providerId="LiveId" clId="{B18971AF-5FA5-4277-977A-D28BFDC112D9}" dt="2026-09-14T10:30:47.850" v="42" actId="21"/>
          <ac:picMkLst>
            <pc:docMk/>
            <pc:sldMk cId="0" sldId="270"/>
            <ac:picMk id="3" creationId="{45FED0A4-B03B-9629-6797-29CA1D8E35C8}"/>
          </ac:picMkLst>
        </pc:picChg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70"/>
            <ac:picMk id="4" creationId="{EB7321F6-B519-BCA1-1183-91ABE5D865C8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70"/>
            <ac:picMk id="5" creationId="{E6DA52E7-25FA-92BE-5A42-1C6AEF1AA439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70"/>
            <ac:picMk id="6" creationId="{582CCC00-4142-D57B-E3C8-23C1F6014E4A}"/>
          </ac:picMkLst>
        </pc:picChg>
      </pc:sldChg>
      <pc:sldChg chg="addSp delSp modSp mod delAnim">
        <pc:chgData name="Madishetti Rakshitha" userId="71f35e22d7448fb3" providerId="LiveId" clId="{B18971AF-5FA5-4277-977A-D28BFDC112D9}" dt="2026-09-14T10:51:19.953" v="52"/>
        <pc:sldMkLst>
          <pc:docMk/>
          <pc:sldMk cId="0" sldId="271"/>
        </pc:sldMkLst>
        <pc:picChg chg="add del mod">
          <ac:chgData name="Madishetti Rakshitha" userId="71f35e22d7448fb3" providerId="LiveId" clId="{B18971AF-5FA5-4277-977A-D28BFDC112D9}" dt="2026-09-14T10:29:32.192" v="31"/>
          <ac:picMkLst>
            <pc:docMk/>
            <pc:sldMk cId="0" sldId="271"/>
            <ac:picMk id="2" creationId="{B433F967-1DB1-F2C3-6162-5921CDC10785}"/>
          </ac:picMkLst>
        </pc:picChg>
        <pc:picChg chg="add del mod">
          <ac:chgData name="Madishetti Rakshitha" userId="71f35e22d7448fb3" providerId="LiveId" clId="{B18971AF-5FA5-4277-977A-D28BFDC112D9}" dt="2026-09-14T10:30:53.440" v="43" actId="21"/>
          <ac:picMkLst>
            <pc:docMk/>
            <pc:sldMk cId="0" sldId="271"/>
            <ac:picMk id="3" creationId="{2AD78836-6A49-099C-8FF9-477033DA1288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71"/>
            <ac:picMk id="4" creationId="{EE62E0A3-3CC9-D595-D827-B667FCE59F03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71"/>
            <ac:picMk id="5" creationId="{D755EFA1-CE4E-AF74-A915-858590EAA28C}"/>
          </ac:picMkLst>
        </pc:picChg>
      </pc:sldChg>
      <pc:sldChg chg="addSp delSp modSp">
        <pc:chgData name="Madishetti Rakshitha" userId="71f35e22d7448fb3" providerId="LiveId" clId="{B18971AF-5FA5-4277-977A-D28BFDC112D9}" dt="2026-09-14T10:51:19.953" v="52"/>
        <pc:sldMkLst>
          <pc:docMk/>
          <pc:sldMk cId="0" sldId="272"/>
        </pc:sldMkLst>
        <pc:picChg chg="add del mod">
          <ac:chgData name="Madishetti Rakshitha" userId="71f35e22d7448fb3" providerId="LiveId" clId="{B18971AF-5FA5-4277-977A-D28BFDC112D9}" dt="2026-09-14T10:46:30.342" v="50"/>
          <ac:picMkLst>
            <pc:docMk/>
            <pc:sldMk cId="0" sldId="272"/>
            <ac:picMk id="2" creationId="{6530430B-A1B2-EE00-F002-0B018C2B93FE}"/>
          </ac:picMkLst>
        </pc:picChg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72"/>
            <ac:picMk id="3" creationId="{C1B75FC6-38F5-1FFA-329B-F9D4C770F29E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72"/>
            <ac:picMk id="4" creationId="{F129FE08-4FF6-B018-8631-63E7E8BFC990}"/>
          </ac:picMkLst>
        </pc:picChg>
      </pc:sldChg>
      <pc:sldChg chg="addSp delSp modSp">
        <pc:chgData name="Madishetti Rakshitha" userId="71f35e22d7448fb3" providerId="LiveId" clId="{B18971AF-5FA5-4277-977A-D28BFDC112D9}" dt="2026-09-14T10:51:19.953" v="52"/>
        <pc:sldMkLst>
          <pc:docMk/>
          <pc:sldMk cId="0" sldId="273"/>
        </pc:sldMkLst>
        <pc:picChg chg="add del mod">
          <ac:chgData name="Madishetti Rakshitha" userId="71f35e22d7448fb3" providerId="LiveId" clId="{B18971AF-5FA5-4277-977A-D28BFDC112D9}" dt="2026-09-14T10:51:19.953" v="52"/>
          <ac:picMkLst>
            <pc:docMk/>
            <pc:sldMk cId="0" sldId="273"/>
            <ac:picMk id="2" creationId="{810BDE4A-210B-90AB-C56D-FAA1AAC3D006}"/>
          </ac:picMkLst>
        </pc:picChg>
        <pc:picChg chg="add mod">
          <ac:chgData name="Madishetti Rakshitha" userId="71f35e22d7448fb3" providerId="LiveId" clId="{B18971AF-5FA5-4277-977A-D28BFDC112D9}" dt="2026-09-14T10:51:19.953" v="52"/>
          <ac:picMkLst>
            <pc:docMk/>
            <pc:sldMk cId="0" sldId="273"/>
            <ac:picMk id="3" creationId="{A5838114-2FAD-EE7F-2065-69F0442F50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kshitha15200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33287" y="3803046"/>
            <a:ext cx="7324239" cy="7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rPr lang="en-IN" sz="25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Cars24 Used Cars Data Analysis</a:t>
            </a:r>
          </a:p>
          <a:p>
            <a:pPr lvl="0" algn="ctr">
              <a:buSzPts val="1800"/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rPr lang="en-IN" sz="1800" b="1" dirty="0">
                <a:latin typeface="Aptos" panose="020B0004020202020204" pitchFamily="34" charset="0"/>
              </a:rPr>
              <a:t>Web Scraping, Data Cleaning, EDA &amp; Business Insights</a:t>
            </a:r>
            <a:endParaRPr lang="en-IN" sz="1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56"/>
    </mc:Choice>
    <mc:Fallback xmlns="">
      <p:transition spd="slow" advTm="105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85800" y="683907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78050" y="512847"/>
            <a:ext cx="9759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ABOUT 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325880"/>
            <a:ext cx="7772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Vasavi Karraiah</a:t>
            </a:r>
            <a:endParaRPr dirty="0"/>
          </a:p>
        </p:txBody>
      </p:sp>
      <p:sp>
        <p:nvSpPr>
          <p:cNvPr id="108" name="TextBox 107"/>
          <p:cNvSpPr txBox="1"/>
          <p:nvPr/>
        </p:nvSpPr>
        <p:spPr>
          <a:xfrm>
            <a:off x="685800" y="1920240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5A"/>
                </a:solidFill>
                <a:latin typeface="Times New Roman"/>
              </a:defRPr>
            </a:pPr>
            <a:r>
              <a:rPr lang="en-IN" dirty="0"/>
              <a:t>MCA</a:t>
            </a:r>
            <a:r>
              <a:rPr dirty="0"/>
              <a:t> Graduate | 2026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2514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Times New Roman"/>
              </a:defRPr>
            </a:pPr>
            <a:r>
              <a:t>Interested in Data Analytics &amp; Data Science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Skills: Python • Web Scraping • Regex • Pandas • Excel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4069080"/>
            <a:ext cx="9784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Project: </a:t>
            </a:r>
            <a:r>
              <a:rPr lang="en-IN" sz="1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Cars24 Used Cars Data Analysis</a:t>
            </a:r>
            <a:r>
              <a:rPr dirty="0"/>
              <a:t>— Web Scraping &amp; Data Analytics</a:t>
            </a:r>
            <a:endParaRPr lang="en-IN" dirty="0"/>
          </a:p>
          <a:p>
            <a:pPr algn="l">
              <a:defRPr sz="1800" b="1">
                <a:solidFill>
                  <a:srgbClr val="000000"/>
                </a:solidFill>
                <a:latin typeface="Times New Roman"/>
              </a:defRPr>
            </a:pPr>
            <a:endParaRPr lang="en-IN" dirty="0"/>
          </a:p>
          <a:p>
            <a:pPr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Linked in : </a:t>
            </a:r>
            <a:r>
              <a:rPr lang="en-IN" sz="1800" u="sng" dirty="0">
                <a:solidFill>
                  <a:srgbClr val="0070C0"/>
                </a:solidFill>
                <a:latin typeface="Times New Roman"/>
              </a:rPr>
              <a:t>www.linkedin.com/in/vasavi-karraiah-477800377</a:t>
            </a:r>
            <a:endParaRPr lang="en-IN" u="sng" dirty="0">
              <a:solidFill>
                <a:srgbClr val="0070C0"/>
              </a:solidFill>
            </a:endParaRPr>
          </a:p>
          <a:p>
            <a:pPr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: </a:t>
            </a:r>
            <a:r>
              <a:rPr lang="en-IN" u="sng" dirty="0">
                <a:solidFill>
                  <a:srgbClr val="0070C0"/>
                </a:solidFill>
              </a:rPr>
              <a:t>https://github.com/21Vasavik</a:t>
            </a:r>
            <a:endParaRPr u="sng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62"/>
    </mc:Choice>
    <mc:Fallback xmlns="">
      <p:transition spd="slow" advTm="99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1"/>
          <p:cNvSpPr txBox="1"/>
          <p:nvPr/>
        </p:nvSpPr>
        <p:spPr>
          <a:xfrm>
            <a:off x="380241" y="490160"/>
            <a:ext cx="101489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TABLE OF CONTENTS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113" name="TextBox 112"/>
          <p:cNvSpPr txBox="1"/>
          <p:nvPr/>
        </p:nvSpPr>
        <p:spPr>
          <a:xfrm>
            <a:off x="829339" y="1209327"/>
            <a:ext cx="10016072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Project Overview.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Business Scenario</a:t>
            </a:r>
            <a:r>
              <a:rPr lang="en-IN" dirty="0"/>
              <a:t>.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Business Objectives.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Dataset &amp; Data Structure.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Data Cleaning &amp; Validation.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Exploratory Data Analysis.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Dashboard &amp; Visualizations.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Key Findings.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Business Recommendations.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Conclusion.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17"/>
    </mc:Choice>
    <mc:Fallback xmlns="">
      <p:transition spd="slow" advTm="1151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1885" y="394467"/>
            <a:ext cx="975708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36" y="1160974"/>
            <a:ext cx="10373632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Collected used-car listing data from </a:t>
            </a:r>
            <a:r>
              <a:rPr lang="en-IN" sz="1800" b="1" dirty="0">
                <a:latin typeface="Times New Roman"/>
              </a:rPr>
              <a:t>Cars24 using Playwright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Extracted vehicle details such as </a:t>
            </a:r>
            <a:r>
              <a:rPr lang="en-IN" sz="1800" b="1" dirty="0">
                <a:latin typeface="Times New Roman"/>
              </a:rPr>
              <a:t>brand, model, price, year, fuel type, transmission and KM driven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Cleaned and structured the scraped data using </a:t>
            </a:r>
            <a:r>
              <a:rPr lang="en-IN" sz="1800" b="1" dirty="0">
                <a:latin typeface="Times New Roman"/>
              </a:rPr>
              <a:t>Python and Pandas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Analysed used-car listings </a:t>
            </a:r>
            <a:r>
              <a:rPr lang="en-IN" sz="1800" b="1" dirty="0">
                <a:latin typeface="Times New Roman"/>
              </a:rPr>
              <a:t>city-wise and brand-wise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Performed </a:t>
            </a:r>
            <a:r>
              <a:rPr lang="en-IN" sz="1800" b="1" dirty="0">
                <a:latin typeface="Times New Roman"/>
              </a:rPr>
              <a:t>Exploratory Data Analysis (EDA)</a:t>
            </a:r>
            <a:r>
              <a:rPr lang="en-IN" sz="1800" dirty="0">
                <a:latin typeface="Times New Roman"/>
              </a:rPr>
              <a:t> to identify pricing and vehicle trends.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• </a:t>
            </a:r>
            <a:r>
              <a:rPr lang="en-IN" sz="1800" dirty="0">
                <a:latin typeface="Times New Roman"/>
              </a:rPr>
              <a:t>Built </a:t>
            </a:r>
            <a:r>
              <a:rPr lang="en-IN" sz="1800" b="1" dirty="0">
                <a:latin typeface="Times New Roman"/>
              </a:rPr>
              <a:t>interactive visualizations and a Power BI dashboard</a:t>
            </a:r>
            <a:r>
              <a:rPr lang="en-IN" sz="1800" dirty="0">
                <a:latin typeface="Times New Roman"/>
              </a:rPr>
              <a:t> for business-focused insights.</a:t>
            </a:r>
            <a:endParaRPr lang="en-IN" dirty="0"/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57"/>
    </mc:Choice>
    <mc:Fallback xmlns="">
      <p:transition spd="slow" advTm="2005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13340" y="468895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BUSINESS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46" y="1225833"/>
            <a:ext cx="11753088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Used-car prices and availability vary across different cities and brands.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Customers have different preferences for </a:t>
            </a:r>
            <a:r>
              <a:rPr lang="en-IN" sz="1800" b="1" dirty="0">
                <a:latin typeface="Times New Roman"/>
              </a:rPr>
              <a:t>brands, fuel types and transmissions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Businesses need to understand </a:t>
            </a:r>
            <a:r>
              <a:rPr lang="en-IN" sz="1800" b="1" dirty="0">
                <a:latin typeface="Times New Roman"/>
              </a:rPr>
              <a:t>market availability and pricing patterns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City-wise analysis can help identify </a:t>
            </a:r>
            <a:r>
              <a:rPr lang="en-IN" sz="1800" b="1" dirty="0">
                <a:latin typeface="Times New Roman"/>
              </a:rPr>
              <a:t>differences in local used-car markets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Brand-wise analysis helps understand </a:t>
            </a:r>
            <a:r>
              <a:rPr lang="en-IN" sz="1800" b="1" dirty="0">
                <a:latin typeface="Times New Roman"/>
              </a:rPr>
              <a:t>popular brands and their price positioning</a:t>
            </a:r>
            <a:r>
              <a:rPr lang="en-IN" sz="1800" dirty="0">
                <a:latin typeface="Times New Roman"/>
              </a:rPr>
              <a:t>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• </a:t>
            </a:r>
            <a:r>
              <a:rPr lang="en-IN" sz="1800" dirty="0">
                <a:latin typeface="Times New Roman"/>
              </a:rPr>
              <a:t>Data-driven insights can support better </a:t>
            </a:r>
            <a:r>
              <a:rPr lang="en-IN" sz="1800" b="1" dirty="0">
                <a:latin typeface="Times New Roman"/>
              </a:rPr>
              <a:t>inventory and pricing decisions</a:t>
            </a:r>
            <a:r>
              <a:rPr lang="en-IN" sz="1800" dirty="0">
                <a:latin typeface="Times New Roman"/>
              </a:rPr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6"/>
    </mc:Choice>
    <mc:Fallback xmlns="">
      <p:transition spd="slow" advTm="1930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48594" y="362571"/>
            <a:ext cx="99530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BUSINESS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197" y="1225833"/>
            <a:ext cx="10576418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 err="1">
                <a:latin typeface="Times New Roman"/>
              </a:rPr>
              <a:t>Analyze</a:t>
            </a:r>
            <a:r>
              <a:rPr lang="en-IN" sz="1800" dirty="0">
                <a:latin typeface="Times New Roman"/>
              </a:rPr>
              <a:t> used-car listings </a:t>
            </a:r>
            <a:r>
              <a:rPr lang="en-IN" sz="1800" b="1" dirty="0">
                <a:latin typeface="Times New Roman"/>
              </a:rPr>
              <a:t>city-wise</a:t>
            </a:r>
            <a:r>
              <a:rPr lang="en-IN" sz="1800" dirty="0">
                <a:latin typeface="Times New Roman"/>
              </a:rPr>
              <a:t> across the dataset.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Identify </a:t>
            </a:r>
            <a:r>
              <a:rPr lang="en-IN" sz="1800" b="1" dirty="0">
                <a:latin typeface="Times New Roman"/>
              </a:rPr>
              <a:t>popular brands and models</a:t>
            </a:r>
            <a:r>
              <a:rPr lang="en-IN" sz="1800" dirty="0">
                <a:latin typeface="Times New Roman"/>
              </a:rPr>
              <a:t> based on listing volume.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Compare </a:t>
            </a:r>
            <a:r>
              <a:rPr lang="en-IN" sz="1800" b="1" dirty="0">
                <a:latin typeface="Times New Roman"/>
              </a:rPr>
              <a:t>average and median prices</a:t>
            </a:r>
            <a:r>
              <a:rPr lang="en-IN" sz="1800" dirty="0">
                <a:latin typeface="Times New Roman"/>
              </a:rPr>
              <a:t> across cities and brands.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 err="1">
                <a:latin typeface="Times New Roman"/>
              </a:rPr>
              <a:t>Analyze</a:t>
            </a:r>
            <a:r>
              <a:rPr lang="en-IN" sz="1800" dirty="0">
                <a:latin typeface="Times New Roman"/>
              </a:rPr>
              <a:t> </a:t>
            </a:r>
            <a:r>
              <a:rPr lang="en-IN" sz="1800" b="1" dirty="0">
                <a:latin typeface="Times New Roman"/>
              </a:rPr>
              <a:t>fuel type and transmission</a:t>
            </a:r>
            <a:r>
              <a:rPr lang="en-IN" sz="1800" dirty="0">
                <a:latin typeface="Times New Roman"/>
              </a:rPr>
              <a:t> distribution.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Understand the impact of </a:t>
            </a:r>
            <a:r>
              <a:rPr lang="en-IN" sz="1800" b="1" dirty="0">
                <a:latin typeface="Times New Roman"/>
              </a:rPr>
              <a:t>KM driven and car age on price</a:t>
            </a:r>
            <a:r>
              <a:rPr lang="en-IN" sz="1800" dirty="0">
                <a:latin typeface="Times New Roman"/>
              </a:rPr>
              <a:t>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Generate </a:t>
            </a:r>
            <a:r>
              <a:rPr lang="en-IN" sz="1800" b="1" dirty="0">
                <a:latin typeface="Times New Roman"/>
              </a:rPr>
              <a:t>data-driven insights</a:t>
            </a:r>
            <a:r>
              <a:rPr lang="en-IN" sz="1800" dirty="0">
                <a:latin typeface="Times New Roman"/>
              </a:rPr>
              <a:t> to support inventory and pricing decisions.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37"/>
    </mc:Choice>
    <mc:Fallback xmlns="">
      <p:transition spd="slow" advTm="164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DATASET &amp; DATA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7226" y="1055814"/>
            <a:ext cx="2194560" cy="918654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/>
                </a:solidFill>
              </a:rPr>
              <a:t>14</a:t>
            </a:r>
            <a:endParaRPr dirty="0">
              <a:solidFill>
                <a:schemeClr val="tx1"/>
              </a:solidFill>
            </a:endParaRP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rPr lang="en-IN" sz="1100" dirty="0">
                <a:solidFill>
                  <a:schemeClr val="tx1"/>
                </a:solidFill>
                <a:latin typeface="Times New Roman"/>
              </a:rPr>
              <a:t>Data Attributes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02932" y="1055814"/>
            <a:ext cx="2194560" cy="918654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rPr lang="en-IN" sz="2400" b="1" dirty="0">
                <a:solidFill>
                  <a:schemeClr val="tx1"/>
                </a:solidFill>
                <a:latin typeface="Times New Roman"/>
              </a:rPr>
              <a:t>30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rPr lang="en-IN" sz="1100" dirty="0">
                <a:solidFill>
                  <a:schemeClr val="tx1"/>
                </a:solidFill>
                <a:latin typeface="Times New Roman"/>
              </a:rPr>
              <a:t>Cities Covered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38638" y="1055814"/>
            <a:ext cx="2194560" cy="918654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rPr lang="en-IN" sz="2400" b="1" dirty="0">
                <a:solidFill>
                  <a:schemeClr val="tx1"/>
                </a:solidFill>
              </a:rPr>
              <a:t>2</a:t>
            </a: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rPr lang="en-IN" sz="1100" dirty="0">
                <a:solidFill>
                  <a:schemeClr val="tx1"/>
                </a:solidFill>
                <a:latin typeface="Times New Roman"/>
              </a:rPr>
              <a:t>Analysis Areas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2481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Core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5996"/>
            <a:ext cx="947190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Times New Roman"/>
              </a:defRPr>
            </a:pPr>
            <a:r>
              <a:rPr lang="en-IN" sz="1700" dirty="0">
                <a:latin typeface="Times New Roman"/>
              </a:rPr>
              <a:t>VEHICLE DETAILS                                    USAGE &amp; SPECS                            PRICING &amp; LOCATION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" y="4730662"/>
            <a:ext cx="228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Data </a:t>
            </a:r>
            <a:r>
              <a:rPr lang="en-IN" dirty="0"/>
              <a:t>Flow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38912" y="5157203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Times New Roman"/>
              </a:defRPr>
            </a:pPr>
            <a:r>
              <a:rPr dirty="0"/>
              <a:t>Web Pages  →  Raw Data  →  Clean Dataset  →  Analysis</a:t>
            </a:r>
            <a:r>
              <a:rPr lang="en-IN" dirty="0"/>
              <a:t> →  Dashboard</a:t>
            </a:r>
            <a:endParaRPr dirty="0"/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F19A5751-F456-43AB-D176-153A1C77B3D5}"/>
              </a:ext>
            </a:extLst>
          </p:cNvPr>
          <p:cNvSpPr/>
          <p:nvPr/>
        </p:nvSpPr>
        <p:spPr>
          <a:xfrm>
            <a:off x="731520" y="1055814"/>
            <a:ext cx="2194560" cy="918654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/>
                </a:solidFill>
              </a:rPr>
              <a:t>2,004</a:t>
            </a:r>
            <a:endParaRPr dirty="0">
              <a:solidFill>
                <a:schemeClr val="tx1"/>
              </a:solidFill>
            </a:endParaRPr>
          </a:p>
          <a:p>
            <a:pPr algn="ctr">
              <a:defRPr sz="1100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/>
                </a:solidFill>
              </a:rPr>
              <a:t>Car Listings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9A6002-5066-AFEF-CA77-7D7AE7A6B852}"/>
              </a:ext>
            </a:extLst>
          </p:cNvPr>
          <p:cNvSpPr txBox="1"/>
          <p:nvPr/>
        </p:nvSpPr>
        <p:spPr>
          <a:xfrm>
            <a:off x="4743822" y="3304156"/>
            <a:ext cx="19563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Fuel Type</a:t>
            </a:r>
          </a:p>
          <a:p>
            <a:r>
              <a:rPr lang="en-IN" dirty="0"/>
              <a:t>• Transmission</a:t>
            </a:r>
          </a:p>
          <a:p>
            <a:r>
              <a:rPr lang="en-IN" dirty="0"/>
              <a:t>• KM Driven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5887BD-A800-3686-30C6-F96BE536DA82}"/>
              </a:ext>
            </a:extLst>
          </p:cNvPr>
          <p:cNvSpPr txBox="1"/>
          <p:nvPr/>
        </p:nvSpPr>
        <p:spPr>
          <a:xfrm>
            <a:off x="990813" y="3292293"/>
            <a:ext cx="19563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Brand </a:t>
            </a:r>
          </a:p>
          <a:p>
            <a:r>
              <a:rPr lang="en-IN" dirty="0"/>
              <a:t>• Model </a:t>
            </a:r>
          </a:p>
          <a:p>
            <a:r>
              <a:rPr lang="en-IN" dirty="0"/>
              <a:t>• Manufacturing Year </a:t>
            </a:r>
          </a:p>
          <a:p>
            <a:r>
              <a:rPr lang="en-IN" dirty="0"/>
              <a:t>• Body Type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E45A7E-737E-A719-4F95-3635FD83A325}"/>
              </a:ext>
            </a:extLst>
          </p:cNvPr>
          <p:cNvSpPr txBox="1"/>
          <p:nvPr/>
        </p:nvSpPr>
        <p:spPr>
          <a:xfrm>
            <a:off x="8157723" y="3234623"/>
            <a:ext cx="19563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Price</a:t>
            </a:r>
          </a:p>
          <a:p>
            <a:r>
              <a:rPr lang="en-IN" dirty="0"/>
              <a:t>• City</a:t>
            </a:r>
          </a:p>
          <a:p>
            <a:r>
              <a:rPr lang="en-IN" dirty="0"/>
              <a:t>• Listing URL</a:t>
            </a:r>
          </a:p>
          <a:p>
            <a:r>
              <a:rPr lang="en-IN" dirty="0"/>
              <a:t>• Scraped Date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42"/>
    </mc:Choice>
    <mc:Fallback xmlns="">
      <p:transition spd="slow" advTm="1984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8912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t>DATA CLEANING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356" y="1225833"/>
            <a:ext cx="10305288" cy="220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dirty="0"/>
              <a:t> </a:t>
            </a:r>
            <a:r>
              <a:rPr lang="en-IN" sz="1800" b="1" dirty="0">
                <a:latin typeface="Times New Roman"/>
              </a:rPr>
              <a:t>2,004 used-car records</a:t>
            </a:r>
            <a:r>
              <a:rPr lang="en-IN" sz="1800" dirty="0">
                <a:latin typeface="Times New Roman"/>
              </a:rPr>
              <a:t> were cleaned and prepared for analysis.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dirty="0"/>
              <a:t> </a:t>
            </a:r>
            <a:r>
              <a:rPr lang="en-IN" sz="1800" dirty="0">
                <a:latin typeface="Times New Roman"/>
              </a:rPr>
              <a:t>Missing values were checked across all dataset columns.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dirty="0"/>
              <a:t> </a:t>
            </a:r>
            <a:r>
              <a:rPr lang="en-IN" sz="1800" dirty="0">
                <a:latin typeface="Times New Roman"/>
              </a:rPr>
              <a:t>Price and KM Driven values were converted into appropriate numeric formats. 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lang="en-IN" sz="1800" dirty="0">
                <a:latin typeface="Times New Roman"/>
              </a:rPr>
              <a:t>City names extracted from listing URLs were standardized. 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•  </a:t>
            </a:r>
            <a:r>
              <a:rPr lang="en-IN" sz="1800" dirty="0">
                <a:latin typeface="Times New Roman"/>
              </a:rPr>
              <a:t>Brand, Fuel Type and Transmission values were checked for consistency.</a:t>
            </a:r>
            <a:endParaRPr lang="en-IN" dirty="0"/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• </a:t>
            </a:r>
            <a:r>
              <a:rPr lang="en-IN" sz="1800" dirty="0">
                <a:latin typeface="Times New Roman"/>
              </a:rPr>
              <a:t>The final dataset was validated for data types, duplicates and data consistency before EDA.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F6968-77C1-D23A-DA87-24AE50EE3940}"/>
              </a:ext>
            </a:extLst>
          </p:cNvPr>
          <p:cNvSpPr txBox="1"/>
          <p:nvPr/>
        </p:nvSpPr>
        <p:spPr>
          <a:xfrm>
            <a:off x="2028162" y="4308433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Times New Roman"/>
              </a:defRPr>
            </a:pPr>
            <a:r>
              <a:rPr lang="en-IN" sz="2000" dirty="0"/>
              <a:t>Clean →  Validate→ </a:t>
            </a:r>
            <a:r>
              <a:rPr lang="en-IN" sz="2000" dirty="0" err="1"/>
              <a:t>Analyze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60"/>
    </mc:Choice>
    <mc:Fallback xmlns="">
      <p:transition spd="slow" advTm="1026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2434" y="2081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EXPLORATORY 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2A0A3-99F7-333B-B84D-5B5E508E887E}"/>
              </a:ext>
            </a:extLst>
          </p:cNvPr>
          <p:cNvSpPr txBox="1"/>
          <p:nvPr/>
        </p:nvSpPr>
        <p:spPr>
          <a:xfrm>
            <a:off x="622388" y="632598"/>
            <a:ext cx="306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772BE7-1CBE-358B-5447-89EB84B13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71" y="1128372"/>
            <a:ext cx="3127162" cy="25961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299C43-6523-858D-9CD2-F907CB7CC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791" y="1128372"/>
            <a:ext cx="3220011" cy="25961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9F3CA0-6086-D82C-74A6-9EB94592D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076" y="3850948"/>
            <a:ext cx="3093892" cy="25008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E40250-FCBD-A5E3-2E9B-79CFFCDC8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643" y="1122851"/>
            <a:ext cx="4005317" cy="27280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91477D9-D506-DD79-5DC9-30470858D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861" y="3872081"/>
            <a:ext cx="3745204" cy="2640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13"/>
    </mc:Choice>
    <mc:Fallback xmlns="">
      <p:transition spd="slow" advTm="821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87828" y="309407"/>
            <a:ext cx="94522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lang="en-IN" dirty="0"/>
              <a:t>BI-VARIATE </a:t>
            </a:r>
            <a:r>
              <a:rPr dirty="0"/>
              <a:t>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1CAFE-FC2A-B350-4612-2E01CF35B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069" y="3429000"/>
            <a:ext cx="5055260" cy="2754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4337FF-BF32-97F9-2703-36EB96235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30" y="3482242"/>
            <a:ext cx="4325461" cy="2467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469BCB-849D-FE3B-EE5D-68DB71BD5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99" y="907878"/>
            <a:ext cx="4568392" cy="24678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2FF047-A039-8EC4-C7DC-4992FF646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968" y="848870"/>
            <a:ext cx="5082361" cy="2514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5"/>
    </mc:Choice>
    <mc:Fallback xmlns="">
      <p:transition spd="slow" advTm="247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2639" y="277509"/>
            <a:ext cx="95937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lang="en-IN" dirty="0"/>
              <a:t>MULTI-VARIATE </a:t>
            </a:r>
            <a:r>
              <a:rPr dirty="0"/>
              <a:t>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50800-B63F-F352-F535-15B692B70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4" y="1391477"/>
            <a:ext cx="5887916" cy="3915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64E6A-7FF2-AEEA-AA62-EFADFEFF8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553" y="854764"/>
            <a:ext cx="5620163" cy="4601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32"/>
    </mc:Choice>
    <mc:Fallback xmlns="">
      <p:transition spd="slow" advTm="52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A3F91-3EA5-975B-35AD-61F3FF28EF5F}"/>
              </a:ext>
            </a:extLst>
          </p:cNvPr>
          <p:cNvSpPr txBox="1"/>
          <p:nvPr/>
        </p:nvSpPr>
        <p:spPr>
          <a:xfrm>
            <a:off x="443910" y="325559"/>
            <a:ext cx="60977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lang="en-IN" sz="2700" b="1" dirty="0">
                <a:solidFill>
                  <a:srgbClr val="E10000"/>
                </a:solidFill>
                <a:latin typeface="Times New Roman"/>
              </a:rPr>
              <a:t>POWER BI DASHBOARD </a:t>
            </a:r>
            <a:endParaRPr lang="en-IN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9D599-E1CD-C417-7EF8-AB115DD1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03" y="1033219"/>
            <a:ext cx="9147102" cy="4943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91"/>
    </mc:Choice>
    <mc:Fallback xmlns="">
      <p:transition spd="slow" advTm="2469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2259" y="330673"/>
            <a:ext cx="963734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OVERALL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643" y="1116419"/>
            <a:ext cx="9867013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2,004 used-car listings across 30 cities reveal significant variation in market availability across  locations and brands.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Chandigarh records the highest listing volume, while Maruti has the strongest representation among the analysed brands.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Petrol vehicles dominate the dataset (79.09%), and manual transmission accounts for 77.79% of listings.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The average listed price is ₹5.56 lakh, compared with a median price of ₹4.83 lakh, indicating variation in vehicle pricing.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Vehicle age, KM driven, brand and location are important factors associated with differences in used-car prices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77"/>
    </mc:Choice>
    <mc:Fallback xmlns="">
      <p:transition spd="slow" advTm="857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9811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BUSINESS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424" y="1150443"/>
            <a:ext cx="11121655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b="1" dirty="0">
                <a:latin typeface="Times New Roman"/>
              </a:rPr>
              <a:t>Optimize inventory by city</a:t>
            </a:r>
            <a:r>
              <a:rPr lang="en-IN" sz="1800" dirty="0">
                <a:latin typeface="Times New Roman"/>
              </a:rPr>
              <a:t> — prioritize vehicle sourcing and stock planning based on listing demand across cities.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b="1" dirty="0">
                <a:latin typeface="Times New Roman"/>
              </a:rPr>
              <a:t>Focus on high-demand brands and models</a:t>
            </a:r>
            <a:r>
              <a:rPr lang="en-IN" sz="1800" dirty="0">
                <a:latin typeface="Times New Roman"/>
              </a:rPr>
              <a:t> — maintain adequate inventory of frequently listed/popular vehicles.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b="1" dirty="0">
                <a:latin typeface="Times New Roman"/>
              </a:rPr>
              <a:t>Adopt data-driven pricing</a:t>
            </a:r>
            <a:r>
              <a:rPr lang="en-IN" sz="1800" dirty="0">
                <a:latin typeface="Times New Roman"/>
              </a:rPr>
              <a:t> — consider brand, city, vehicle age and KM driven when setting or reviewing prices.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b="1" dirty="0">
                <a:latin typeface="Times New Roman"/>
              </a:rPr>
              <a:t>Segment vehicles by customer preference</a:t>
            </a:r>
            <a:r>
              <a:rPr lang="en-IN" sz="1800" dirty="0">
                <a:latin typeface="Times New Roman"/>
              </a:rPr>
              <a:t> — tailor inventory and promotions around dominant fuel and transmission categories.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b="1" dirty="0">
                <a:latin typeface="Times New Roman"/>
              </a:rPr>
              <a:t>Use regular dashboard monitoring</a:t>
            </a:r>
            <a:r>
              <a:rPr lang="en-IN" sz="1800" dirty="0">
                <a:latin typeface="Times New Roman"/>
              </a:rPr>
              <a:t> — track listing volume, pricing trends and vehicle characteristics to identify changing market patterns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87"/>
    </mc:Choice>
    <mc:Fallback xmlns="">
      <p:transition spd="slow" advTm="1598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5881" y="434340"/>
            <a:ext cx="9674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10000"/>
                </a:solidFill>
                <a:latin typeface="Times New Roman"/>
              </a:defRPr>
            </a:pPr>
            <a:r>
              <a:rPr dirty="0"/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05840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The project successfully analysed </a:t>
            </a:r>
            <a:r>
              <a:rPr lang="en-IN" sz="1800" b="1" dirty="0">
                <a:latin typeface="Times New Roman"/>
              </a:rPr>
              <a:t>2,004 used-car listings across 30 cities </a:t>
            </a:r>
            <a:r>
              <a:rPr lang="en-IN" sz="1800" dirty="0">
                <a:latin typeface="Times New Roman"/>
              </a:rPr>
              <a:t>using structured data analysis.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The analysis provided insights into </a:t>
            </a:r>
            <a:r>
              <a:rPr lang="en-IN" sz="1800" b="1" dirty="0">
                <a:latin typeface="Times New Roman"/>
              </a:rPr>
              <a:t>city-wise demand, brand presence, pricing, fuel type and transmission preferences.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EDA and Power BI visualizations helped identify </a:t>
            </a:r>
            <a:r>
              <a:rPr lang="en-IN" sz="1800" b="1" dirty="0">
                <a:latin typeface="Times New Roman"/>
              </a:rPr>
              <a:t>key patterns in vehicle availability and pricing</a:t>
            </a:r>
            <a:r>
              <a:rPr lang="en-IN" sz="1800" dirty="0">
                <a:latin typeface="Times New Roman"/>
              </a:rPr>
              <a:t>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The findings can support </a:t>
            </a:r>
            <a:r>
              <a:rPr lang="en-IN" sz="1800" b="1" dirty="0">
                <a:latin typeface="Times New Roman"/>
              </a:rPr>
              <a:t>inventory planning, pricing decisions and market-focused strategies for used-car businesses.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 </a:t>
            </a:r>
            <a:r>
              <a:rPr lang="en-IN" sz="1800" dirty="0">
                <a:latin typeface="Times New Roman"/>
              </a:rPr>
              <a:t>Overall, the project demonstrates how </a:t>
            </a:r>
            <a:r>
              <a:rPr lang="en-IN" sz="1800" b="1" dirty="0">
                <a:latin typeface="Times New Roman"/>
              </a:rPr>
              <a:t>web-scraped data can be transformed into meaningful business insights through data analytics.</a:t>
            </a:r>
            <a:endParaRPr b="1"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472C4"/>
                </a:solidFill>
                <a:latin typeface="Times New Roman"/>
              </a:defRPr>
            </a:pPr>
            <a:r>
              <a:t>Web Data → Structured Data → Business Insights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3"/>
    </mc:Choice>
    <mc:Fallback xmlns="">
      <p:transition spd="slow" advTm="1704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1"/>
    </mc:Choice>
    <mc:Fallback xmlns="">
      <p:transition spd="slow" advTm="489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811</Words>
  <Application>Microsoft Office PowerPoint</Application>
  <PresentationFormat>Widescreen</PresentationFormat>
  <Paragraphs>100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Segoe UI Black</vt:lpstr>
      <vt:lpstr>Times New Roman</vt:lpstr>
      <vt:lpstr>Arial</vt:lpstr>
      <vt:lpstr>Calibri</vt:lpstr>
      <vt:lpstr>Aptos</vt:lpstr>
      <vt:lpstr>Lato Black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karraiah vasavi</cp:lastModifiedBy>
  <cp:revision>11</cp:revision>
  <dcterms:created xsi:type="dcterms:W3CDTF">2021-02-16T05:19:01Z</dcterms:created>
  <dcterms:modified xsi:type="dcterms:W3CDTF">2026-09-22T18:32:18Z</dcterms:modified>
</cp:coreProperties>
</file>